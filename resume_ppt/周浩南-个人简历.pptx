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24473D"/>
          </a:solidFill>
          <a:ln w="12700">
            <a:solidFill>
              <a:srgbClr val="2447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0"/>
            <a:ext cx="82296" cy="6858000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920000">
            <a:off x="5623560" y="4343400"/>
            <a:ext cx="481889" cy="893826"/>
          </a:xfrm>
          <a:prstGeom prst="arc">
            <a:avLst/>
          </a:prstGeom>
          <a:solidFill>
            <a:srgbClr val="2F5D50">
              <a:alpha val="16000"/>
            </a:srgbClr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680000">
            <a:off x="5887822" y="4436669"/>
            <a:ext cx="404165" cy="738378"/>
          </a:xfrm>
          <a:prstGeom prst="arc">
            <a:avLst/>
          </a:prstGeom>
          <a:solidFill>
            <a:srgbClr val="2F5D50">
              <a:alpha val="16000"/>
            </a:srgbClr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480000">
            <a:off x="5856732" y="4732020"/>
            <a:ext cx="18288" cy="893826"/>
          </a:xfrm>
          <a:prstGeom prst="line">
            <a:avLst/>
          </a:prstGeom>
          <a:noFill/>
          <a:ln w="15240">
            <a:solidFill>
              <a:srgbClr val="2F5D50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920000">
            <a:off x="713232" y="256032"/>
            <a:ext cx="351495" cy="651967"/>
          </a:xfrm>
          <a:prstGeom prst="arc">
            <a:avLst/>
          </a:prstGeom>
          <a:solidFill>
            <a:srgbClr val="B4713A">
              <a:alpha val="12000"/>
            </a:srgbClr>
          </a:solidFill>
          <a:ln w="12700">
            <a:solidFill>
              <a:srgbClr val="B4713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680000">
            <a:off x="905988" y="324063"/>
            <a:ext cx="294803" cy="538582"/>
          </a:xfrm>
          <a:prstGeom prst="arc">
            <a:avLst/>
          </a:prstGeom>
          <a:solidFill>
            <a:srgbClr val="B4713A">
              <a:alpha val="12000"/>
            </a:srgbClr>
          </a:solidFill>
          <a:ln w="12700">
            <a:solidFill>
              <a:srgbClr val="B4713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480000">
            <a:off x="883310" y="539496"/>
            <a:ext cx="18288" cy="651967"/>
          </a:xfrm>
          <a:prstGeom prst="line">
            <a:avLst/>
          </a:prstGeom>
          <a:noFill/>
          <a:ln w="15240">
            <a:solidFill>
              <a:srgbClr val="B4713A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932688"/>
            <a:ext cx="4572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个人简历 · RESUME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1389888"/>
            <a:ext cx="1051560" cy="0"/>
          </a:xfrm>
          <a:prstGeom prst="line">
            <a:avLst/>
          </a:prstGeom>
          <a:noFill/>
          <a:ln w="31750">
            <a:solidFill>
              <a:srgbClr val="B47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27632"/>
            <a:ext cx="475488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周浩南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704088" y="2907792"/>
            <a:ext cx="5120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5D50"/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茶学 × 技术  复合背景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04088" y="3456432"/>
            <a:ext cx="5852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既能下机制茶、审评茶叶，也能写代码、做产品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" y="3950208"/>
            <a:ext cx="932688" cy="347472"/>
          </a:xfrm>
          <a:prstGeom prst="roundRect">
            <a:avLst>
              <a:gd name="adj" fmla="val 18421"/>
            </a:avLst>
          </a:prstGeom>
          <a:solidFill>
            <a:srgbClr val="F7F4EC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950208"/>
            <a:ext cx="9326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制茶工艺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64792" y="3950208"/>
            <a:ext cx="932688" cy="347472"/>
          </a:xfrm>
          <a:prstGeom prst="roundRect">
            <a:avLst>
              <a:gd name="adj" fmla="val 18421"/>
            </a:avLst>
          </a:prstGeom>
          <a:solidFill>
            <a:srgbClr val="F7F4EC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4792" y="3950208"/>
            <a:ext cx="9326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网站开发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25496" y="3950208"/>
            <a:ext cx="932688" cy="347472"/>
          </a:xfrm>
          <a:prstGeom prst="roundRect">
            <a:avLst>
              <a:gd name="adj" fmla="val 18421"/>
            </a:avLst>
          </a:prstGeom>
          <a:solidFill>
            <a:srgbClr val="F7F4EC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3950208"/>
            <a:ext cx="9326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安卓开发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86200" y="3950208"/>
            <a:ext cx="932688" cy="347472"/>
          </a:xfrm>
          <a:prstGeom prst="roundRect">
            <a:avLst>
              <a:gd name="adj" fmla="val 18421"/>
            </a:avLst>
          </a:prstGeom>
          <a:solidFill>
            <a:srgbClr val="F7F4EC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950208"/>
            <a:ext cx="9326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安卓逆向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4892040"/>
            <a:ext cx="1005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联系电话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01368" y="4892040"/>
            <a:ext cx="3291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13775389830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5276088"/>
            <a:ext cx="1005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电子邮箱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01368" y="5276088"/>
            <a:ext cx="3291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zhn6660@gmail.com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" y="5660136"/>
            <a:ext cx="1005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现居城市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01368" y="5660136"/>
            <a:ext cx="3291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江苏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01000" y="777240"/>
            <a:ext cx="3566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3EFE6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</a:t>
            </a:r>
            <a:endParaRPr lang="en-US" sz="8200" dirty="0"/>
          </a:p>
        </p:txBody>
      </p:sp>
      <p:sp>
        <p:nvSpPr>
          <p:cNvPr id="30" name="Text 28"/>
          <p:cNvSpPr/>
          <p:nvPr/>
        </p:nvSpPr>
        <p:spPr>
          <a:xfrm>
            <a:off x="8001000" y="2057400"/>
            <a:ext cx="356616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EFE6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 CRAFT</a:t>
            </a:r>
            <a:endParaRPr lang="en-US" sz="5200" dirty="0"/>
          </a:p>
        </p:txBody>
      </p:sp>
      <p:sp>
        <p:nvSpPr>
          <p:cNvPr id="31" name="Shape 29"/>
          <p:cNvSpPr/>
          <p:nvPr/>
        </p:nvSpPr>
        <p:spPr>
          <a:xfrm rot="1920000">
            <a:off x="10195560" y="3291840"/>
            <a:ext cx="651967" cy="1209294"/>
          </a:xfrm>
          <a:prstGeom prst="arc">
            <a:avLst/>
          </a:prstGeom>
          <a:solidFill>
            <a:srgbClr val="A9B8B0">
              <a:alpha val="18000"/>
            </a:srgbClr>
          </a:solidFill>
          <a:ln w="12700">
            <a:solidFill>
              <a:srgbClr val="A9B8B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1680000">
            <a:off x="10553090" y="3418027"/>
            <a:ext cx="546811" cy="998982"/>
          </a:xfrm>
          <a:prstGeom prst="arc">
            <a:avLst/>
          </a:prstGeom>
          <a:solidFill>
            <a:srgbClr val="A9B8B0">
              <a:alpha val="18000"/>
            </a:srgbClr>
          </a:solidFill>
          <a:ln w="12700">
            <a:solidFill>
              <a:srgbClr val="A9B8B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480000">
            <a:off x="10511028" y="3817620"/>
            <a:ext cx="18288" cy="1209294"/>
          </a:xfrm>
          <a:prstGeom prst="line">
            <a:avLst/>
          </a:prstGeom>
          <a:noFill/>
          <a:ln w="15240">
            <a:solidFill>
              <a:srgbClr val="A9B8B0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983480"/>
            <a:ext cx="1051560" cy="0"/>
          </a:xfrm>
          <a:prstGeom prst="line">
            <a:avLst/>
          </a:prstGeom>
          <a:noFill/>
          <a:ln w="31750">
            <a:solidFill>
              <a:srgbClr val="B471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513892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把一件事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做深做长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001000" y="6263640"/>
            <a:ext cx="1828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46304" cy="987552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01 · 教育背景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茶学专业系统训练，计算机应用能力同步养成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11057839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72768"/>
            <a:ext cx="91440" cy="1481328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810512"/>
            <a:ext cx="5120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江苏农林职业技术学院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6968" y="2395728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学历 / 专业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67128" y="2359152"/>
            <a:ext cx="3840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443B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专科 · 茶叶生产与加工技术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3368" y="2395728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在校荣誉 / 证书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36408" y="2359152"/>
            <a:ext cx="2377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443B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计算机一级证书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81567" y="1847088"/>
            <a:ext cx="2468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47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2024.09 — 2027.05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1567" y="2249424"/>
            <a:ext cx="24688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在校时间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" y="3913632"/>
            <a:ext cx="10417759" cy="0"/>
          </a:xfrm>
          <a:prstGeom prst="line">
            <a:avLst/>
          </a:prstGeom>
          <a:noFill/>
          <a:ln w="19050">
            <a:solidFill>
              <a:srgbClr val="D8D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831336"/>
            <a:ext cx="164592" cy="164592"/>
          </a:xfrm>
          <a:prstGeom prst="ellipse">
            <a:avLst/>
          </a:prstGeom>
          <a:solidFill>
            <a:srgbClr val="B4713A"/>
          </a:solidFill>
          <a:ln w="22225">
            <a:solidFill>
              <a:srgbClr val="B47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46704"/>
            <a:ext cx="20116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入学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07408"/>
            <a:ext cx="315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专科 · 茶叶生产与加工技术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6986" y="3831336"/>
            <a:ext cx="164592" cy="164592"/>
          </a:xfrm>
          <a:prstGeom prst="ellipse">
            <a:avLst/>
          </a:prstGeom>
          <a:solidFill>
            <a:srgbClr val="F7F4EC"/>
          </a:solidFill>
          <a:ln w="22225">
            <a:solidFill>
              <a:srgbClr val="B47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6986" y="3346704"/>
            <a:ext cx="20116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—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6986" y="4114800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成长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6986" y="4407408"/>
            <a:ext cx="315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公众号运营 · 网站开发 · 安卓开发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59573" y="3831336"/>
            <a:ext cx="164592" cy="164592"/>
          </a:xfrm>
          <a:prstGeom prst="ellipse">
            <a:avLst/>
          </a:prstGeom>
          <a:solidFill>
            <a:srgbClr val="F7F4EC"/>
          </a:solidFill>
          <a:ln w="22225">
            <a:solidFill>
              <a:srgbClr val="B471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59573" y="3346704"/>
            <a:ext cx="20116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59573" y="4114800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毕业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59573" y="4407408"/>
            <a:ext cx="3152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茶产业 × 技术  长期深耕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0E4D4"/>
          </a:solidFill>
          <a:ln w="12700">
            <a:solidFill>
              <a:srgbClr val="F0E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5596128"/>
            <a:ext cx="1005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13A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专业主线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84248" y="5596128"/>
            <a:ext cx="93204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茶树栽培 → 茶叶加工与品质 → 审评与检测 → 茶文化与市场，完整覆盖茶产业生产与经营链条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46304" cy="987552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02 · 专业技能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四条能力线：茶叶技艺、网站开发、安卓开发、逆向分析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490472"/>
            <a:ext cx="53003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64792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7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728216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制茶工艺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15768" y="1737360"/>
            <a:ext cx="287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手工与机器制作扁形茶、卷形茶、针型茶等，掌握主要茶类造型工艺。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15768" y="2313432"/>
            <a:ext cx="6720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2313432"/>
            <a:ext cx="6720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扁形茶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9292" y="2313432"/>
            <a:ext cx="6720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9292" y="2313432"/>
            <a:ext cx="6720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卷形茶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42816" y="2313432"/>
            <a:ext cx="6720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2313432"/>
            <a:ext cx="6720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针型茶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24448" y="1490472"/>
            <a:ext cx="53003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1764792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7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01688" y="1728216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网站开发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73288" y="1737360"/>
            <a:ext cx="287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熟悉从网站设计与开发到服务器部署上线的完整流程，具备网站长期运营与性能优化经验。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73288" y="2313432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3288" y="2313432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设计开发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351112" y="2313432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51112" y="2313432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部署上线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228936" y="2313432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28936" y="2313432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运营优化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3703320"/>
            <a:ext cx="53003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97764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7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44168" y="3941064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安卓开发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715768" y="3950208"/>
            <a:ext cx="287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熟练使用开发工具进行开发并构建安卓 APK，可独立完成从需求到发布的完整交付。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15768" y="4526280"/>
            <a:ext cx="10149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4526280"/>
            <a:ext cx="10149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APK 构建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22192" y="4526280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4526280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独立发布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24448" y="3703320"/>
            <a:ext cx="53003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8768" y="397764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7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01688" y="3941064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安卓逆向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473288" y="3950208"/>
            <a:ext cx="2877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运用 JADX、IDA、MT 管理器等逆向工具对 APP 进行解包、抓包等逆向分析。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473288" y="4526280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73288" y="4526280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JADX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51112" y="4526280"/>
            <a:ext cx="6720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51112" y="4526280"/>
            <a:ext cx="6720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114636" y="4526280"/>
            <a:ext cx="10149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14636" y="4526280"/>
            <a:ext cx="10149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MT 管理器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1221060" y="4526280"/>
            <a:ext cx="786384" cy="274320"/>
          </a:xfrm>
          <a:prstGeom prst="roundRect">
            <a:avLst>
              <a:gd name="adj" fmla="val 20000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21060" y="4526280"/>
            <a:ext cx="78638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7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抓包分析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6928" y="574243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" y="5852160"/>
            <a:ext cx="1041775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473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茶叶技艺 × 工程能力：从一片叶子到一款产品，两端都能独立交付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46304" cy="987552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03 · 项目与实践经历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内容与产品：公众号 3 万+ 粉丝，网站 35 万+ 访问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792224"/>
            <a:ext cx="82296" cy="310896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23774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个人微信公众号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8688" y="1773936"/>
            <a:ext cx="15544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独立运营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04527" y="1764792"/>
            <a:ext cx="1920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2024.09 — 2026.10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318004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212848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0 到 1 独立完成公众号的定位、选题、内容创作与粉丝运营，粉丝规模达 3 万+。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647188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542032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坚持长期稳定输出，单篇阅读量均破千，多篇破万，具备持续的内容产出与传播能力。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33127" y="2249424"/>
            <a:ext cx="12344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4713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3万+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933127" y="2706624"/>
            <a:ext cx="1691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粉丝规模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639312"/>
            <a:ext cx="82296" cy="310896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584448"/>
            <a:ext cx="23774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个人网站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18688" y="3621024"/>
            <a:ext cx="15544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开发与运营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04527" y="3611880"/>
            <a:ext cx="1920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 — 2026.10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165092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59936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独立完成个人网站的策划、开发、部署与长期运营，全网累计访问量达 35 万+。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494276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389120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覆盖设计、开发、服务器部署上线到长期维护的完整链路，持续进行性能优化。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33127" y="4096512"/>
            <a:ext cx="12344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4713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35万+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33127" y="4553712"/>
            <a:ext cx="1691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全网累计访问量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" y="546811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F0E4D4"/>
          </a:solidFill>
          <a:ln w="12700">
            <a:solidFill>
              <a:srgbClr val="F0E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669280"/>
            <a:ext cx="1005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13A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能力印证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84248" y="5669280"/>
            <a:ext cx="93204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两个从 0 到 1 的自驱项目，验证了选题传播、内容产出、全栈开发与长期运营的完整能力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46304" cy="987552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03 · 项目与实践经历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开发与安全：三款安卓应用独立发布，完成校园平台渗透测试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792224"/>
            <a:ext cx="82296" cy="310896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23774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Android 应用开发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8688" y="1773936"/>
            <a:ext cx="15544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独立开发并发布三款应用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04527" y="1764792"/>
            <a:ext cx="1920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2318004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212848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独立完成三款 Android 应用的需求设计、开发、发布，三款应用用户量均破千。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647188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542032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单款应用全链路交付：需求设计 → 开发构建 APK → 发布上线 → 用户积累。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33127" y="2249424"/>
            <a:ext cx="12344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4713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3款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933127" y="2706624"/>
            <a:ext cx="1691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独立发布 · 用户量均破千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639312"/>
            <a:ext cx="82296" cy="310896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584448"/>
            <a:ext cx="23774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校园智能体平台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18688" y="3621024"/>
            <a:ext cx="15544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5D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安全渗透测试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04527" y="3611880"/>
            <a:ext cx="1920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 — 2026.10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165092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59936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AI 辅助对学校开发的智能体平台开展渗透测试，并挖掘多项漏洞。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494276"/>
            <a:ext cx="50292" cy="50292"/>
          </a:xfrm>
          <a:prstGeom prst="ellipse">
            <a:avLst/>
          </a:prstGeom>
          <a:solidFill>
            <a:srgbClr val="8C8375"/>
          </a:solidFill>
          <a:ln w="12700">
            <a:solidFill>
              <a:srgbClr val="8C83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389120"/>
            <a:ext cx="8881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将发现的安全风险整理为规范的漏洞报告，正式递交给相关老师。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33127" y="4096512"/>
            <a:ext cx="12344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4713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多项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33127" y="4553712"/>
            <a:ext cx="1691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漏洞挖掘与规范报告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" y="5468112"/>
            <a:ext cx="11057839" cy="749808"/>
          </a:xfrm>
          <a:prstGeom prst="roundRect">
            <a:avLst>
              <a:gd name="adj" fmla="val 9756"/>
            </a:avLst>
          </a:prstGeom>
          <a:solidFill>
            <a:srgbClr val="DDE7E1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669280"/>
            <a:ext cx="1005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473D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能力印证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84248" y="5669280"/>
            <a:ext cx="93204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从开发到逆向再到安全，形成「会做产品、也懂攻防」的工程闭环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70448"/>
            <a:ext cx="146304" cy="987552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C8375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04 · 专业课程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6231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四组课程覆盖茶产业从种植、加工到市场的完整链条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D8D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3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C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490472"/>
            <a:ext cx="53003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783080"/>
            <a:ext cx="256032" cy="256032"/>
          </a:xfrm>
          <a:prstGeom prst="rect">
            <a:avLst/>
          </a:prstGeom>
          <a:solidFill>
            <a:srgbClr val="2F5D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8308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1737360"/>
            <a:ext cx="43859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植物与茶树基础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2194560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194560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植物生产环境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58645" y="2194560"/>
            <a:ext cx="113751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8645" y="2194560"/>
            <a:ext cx="113751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植物与植物生理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6742" y="2194560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6742" y="2194560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茶树栽培技术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" y="2578608"/>
            <a:ext cx="1378915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578608"/>
            <a:ext cx="137891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茶树品种及繁育技术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20747" y="2578608"/>
            <a:ext cx="1620317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20747" y="2578608"/>
            <a:ext cx="162031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茶树病虫害绿色防控技术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24448" y="1490472"/>
            <a:ext cx="53003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8768" y="1783080"/>
            <a:ext cx="256032" cy="256032"/>
          </a:xfrm>
          <a:prstGeom prst="rect">
            <a:avLst/>
          </a:prstGeom>
          <a:solidFill>
            <a:srgbClr val="B471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8768" y="178308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64528" y="1737360"/>
            <a:ext cx="43859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茶叶加工与品质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98768" y="2194560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8768" y="2194560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茶叶品质化学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16164" y="2194560"/>
            <a:ext cx="1378915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16164" y="2194560"/>
            <a:ext cx="137891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茶叶生产与加工技术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95664" y="2194560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5664" y="2194560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茶叶机械设备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313060" y="2194560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3060" y="2194560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茶叶审评技术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98768" y="2578608"/>
            <a:ext cx="1378915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8768" y="2578608"/>
            <a:ext cx="137891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茶叶质量与检测技术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78267" y="2578608"/>
            <a:ext cx="113751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78267" y="2578608"/>
            <a:ext cx="113751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茶叶标准与法规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3703320"/>
            <a:ext cx="53003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3995928"/>
            <a:ext cx="256032" cy="256032"/>
          </a:xfrm>
          <a:prstGeom prst="rect">
            <a:avLst/>
          </a:prstGeom>
          <a:solidFill>
            <a:srgbClr val="2F5D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3995928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07008" y="3950208"/>
            <a:ext cx="43859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文化与市场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41248" y="4407408"/>
            <a:ext cx="65471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407408"/>
            <a:ext cx="65471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茶文化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96542" y="4407408"/>
            <a:ext cx="113751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96542" y="4407408"/>
            <a:ext cx="113751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茶艺表演与编创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34640" y="4407408"/>
            <a:ext cx="775411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4407408"/>
            <a:ext cx="775411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新式调饮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10635" y="4407408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10635" y="4407408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茶叶市场营销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24448" y="3703320"/>
            <a:ext cx="53003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98768" y="3995928"/>
            <a:ext cx="256032" cy="256032"/>
          </a:xfrm>
          <a:prstGeom prst="rect">
            <a:avLst/>
          </a:prstGeom>
          <a:solidFill>
            <a:srgbClr val="B471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98768" y="3995928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64528" y="3950208"/>
            <a:ext cx="43859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31E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综合与拓展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598768" y="4407408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98768" y="4407408"/>
            <a:ext cx="101681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茶的综合利用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16164" y="4407408"/>
            <a:ext cx="113751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16164" y="4407408"/>
            <a:ext cx="113751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茶叶包装与储运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954262" y="4407408"/>
            <a:ext cx="775411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54262" y="4407408"/>
            <a:ext cx="775411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专业英语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6928" y="574243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F0E4D4"/>
          </a:solidFill>
          <a:ln w="12700">
            <a:solidFill>
              <a:srgbClr val="F0E4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6968" y="5852160"/>
            <a:ext cx="1041775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13A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18 门专业课程 · 从茶园到茶杯，从品质审评到市场经营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4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713A"/>
          </a:solidFill>
          <a:ln w="12700">
            <a:solidFill>
              <a:srgbClr val="B47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9B8B0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05 · 自我评价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复合背景、项目驱动、长期主义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7839" cy="0"/>
          </a:xfrm>
          <a:prstGeom prst="line">
            <a:avLst/>
          </a:prstGeom>
          <a:noFill/>
          <a:ln w="9525">
            <a:solidFill>
              <a:srgbClr val="3E5C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73952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周浩南 · 个人简历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67567" y="645566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110578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茶学专业与技术能力的复合背景：既能下机制茶、审评茶叶，也能写代码、做产品；习惯以项目驱动自学，为运营公众号钻研内容创作，为解决需求钻研开发、逆向与安全。相比追逐技术热点，更愿意把一件事做深做长，享受从想法到成品完整交付的过程，愿在茶产业与技术的交叉点上长期深耕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3520440"/>
            <a:ext cx="2501570" cy="0"/>
          </a:xfrm>
          <a:prstGeom prst="line">
            <a:avLst/>
          </a:prstGeom>
          <a:noFill/>
          <a:ln w="25400">
            <a:solidFill>
              <a:srgbClr val="B4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39312"/>
            <a:ext cx="25015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复合背景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250157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茶学 × 技术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66928" y="4443984"/>
            <a:ext cx="24558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既能下机制茶、审评茶叶，也能写代码、做产品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8538" y="3520440"/>
            <a:ext cx="2501570" cy="0"/>
          </a:xfrm>
          <a:prstGeom prst="line">
            <a:avLst/>
          </a:prstGeom>
          <a:noFill/>
          <a:ln w="25400">
            <a:solidFill>
              <a:srgbClr val="B47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8538" y="3639312"/>
            <a:ext cx="25015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项目驱动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8538" y="3931920"/>
            <a:ext cx="250157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以做代学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388538" y="4443984"/>
            <a:ext cx="24558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为运营公众号钻研内容创作，为解决需求钻研开发、逆向与安全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0148" y="3520440"/>
            <a:ext cx="2501570" cy="0"/>
          </a:xfrm>
          <a:prstGeom prst="line">
            <a:avLst/>
          </a:prstGeom>
          <a:noFill/>
          <a:ln w="25400">
            <a:solidFill>
              <a:srgbClr val="B47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0148" y="3639312"/>
            <a:ext cx="25015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长期主义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0148" y="3931920"/>
            <a:ext cx="250157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做深做长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10148" y="4443984"/>
            <a:ext cx="24558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不追逐技术热点，享受从想法到成品的完整交付过程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31757" y="3520440"/>
            <a:ext cx="2501570" cy="0"/>
          </a:xfrm>
          <a:prstGeom prst="line">
            <a:avLst/>
          </a:prstGeom>
          <a:noFill/>
          <a:ln w="25400">
            <a:solidFill>
              <a:srgbClr val="B47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1757" y="3639312"/>
            <a:ext cx="250157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深耕方向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31757" y="3931920"/>
            <a:ext cx="250157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茶业深耕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031757" y="4443984"/>
            <a:ext cx="24558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愿在茶产业与技术的交叉点上长期深耕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1920000">
            <a:off x="11475720" y="1417320"/>
            <a:ext cx="351495" cy="651967"/>
          </a:xfrm>
          <a:prstGeom prst="arc">
            <a:avLst/>
          </a:prstGeom>
          <a:solidFill>
            <a:srgbClr val="A9B8B0">
              <a:alpha val="12000"/>
            </a:srgbClr>
          </a:solidFill>
          <a:ln w="12700">
            <a:solidFill>
              <a:srgbClr val="A9B8B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1680000">
            <a:off x="11668476" y="1485351"/>
            <a:ext cx="294803" cy="538582"/>
          </a:xfrm>
          <a:prstGeom prst="arc">
            <a:avLst/>
          </a:prstGeom>
          <a:solidFill>
            <a:srgbClr val="A9B8B0">
              <a:alpha val="12000"/>
            </a:srgbClr>
          </a:solidFill>
          <a:ln w="12700">
            <a:solidFill>
              <a:srgbClr val="A9B8B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80000">
            <a:off x="11645798" y="1700784"/>
            <a:ext cx="18288" cy="651967"/>
          </a:xfrm>
          <a:prstGeom prst="line">
            <a:avLst/>
          </a:prstGeom>
          <a:noFill/>
          <a:ln w="15240">
            <a:solidFill>
              <a:srgbClr val="A9B8B0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5742432"/>
            <a:ext cx="11057839" cy="0"/>
          </a:xfrm>
          <a:prstGeom prst="line">
            <a:avLst/>
          </a:prstGeom>
          <a:noFill/>
          <a:ln w="9525">
            <a:solidFill>
              <a:srgbClr val="3E5C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888736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" y="5870448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EFE6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13775389830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13048" y="5888736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邮箱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07408" y="5870448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EFE6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zhn6660@gmail.com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59168" y="5888736"/>
            <a:ext cx="548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53528" y="5870448"/>
            <a:ext cx="2377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EFE6"/>
                </a:solidFill>
                <a:latin typeface="Noto Sans CJK SC Medium" pitchFamily="34" charset="0"/>
                <a:ea typeface="Noto Sans CJK SC Medium" pitchFamily="34" charset="-122"/>
                <a:cs typeface="Noto Sans CJK SC Medium" pitchFamily="34" charset="-120"/>
              </a:rPr>
              <a:t>江苏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95967" y="5833872"/>
            <a:ext cx="18288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3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感谢阅读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2026-10-24T12:24:52Z</dcterms:created>
  <dcterms:modified xsi:type="dcterms:W3CDTF">2026-10-24T12:24:52Z</dcterms:modified>
</cp:coreProperties>
</file>